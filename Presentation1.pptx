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28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13" d="100"/>
          <a:sy n="113" d="100"/>
        </p:scale>
        <p:origin x="106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6AD2F-8FCE-94C2-8AB7-D2E20681C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34F1EA-27D2-7510-31DB-D7EE6829E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6ED65-8A75-11AF-0598-2C4E771B4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7CAB-2519-9D45-AC77-E6F3C51790B5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8F4DB-8172-8138-27C8-060772DAA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63BA4-157B-B2D5-D8FF-3B7EC6DD1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5B1F-922B-F546-8EB0-BAB6D35142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308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2691D-DF0B-9B0C-BB0F-E438113F6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C57DE-E8DD-1F39-72ED-0F849B5E6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2249B-5C47-8866-EB97-F1DF329C4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7CAB-2519-9D45-AC77-E6F3C51790B5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25E7C-76E4-CBC2-9B0E-A5FDF021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A2073-9395-DA7A-7EFC-CD7084DB3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5B1F-922B-F546-8EB0-BAB6D35142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91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F2590-81D4-FFB8-9DB3-C772B6E2B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FA496-A9E6-2096-0BFA-F02D73525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B5F23-22FA-750D-F696-4D370F0B7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7CAB-2519-9D45-AC77-E6F3C51790B5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8144F-63AA-7294-14B9-50E6E281F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5B521-5EFA-8438-C263-B9CF9468A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5B1F-922B-F546-8EB0-BAB6D35142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5130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EF524-B1A8-063A-DEBC-96CF4F16C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6A863-E6E5-75F5-3B11-BE5032D82B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FE61B-0877-FD7C-EDB6-7BBA76D01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A378B-66EA-3BD4-B83D-5AB270990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7CAB-2519-9D45-AC77-E6F3C51790B5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48A20-C2E1-A7FC-F22B-AA9E5DA0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4EA26-A924-50CE-3557-5A70CB7A8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5B1F-922B-F546-8EB0-BAB6D35142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393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0CDE-80AC-18DC-0E9A-F09029374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310C6-3E2C-94D4-9624-58054DA2A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27719B-826B-EB5A-1F00-A8A4D6A1B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8E15A-5215-D74F-D4B8-747C434F5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7BFF71-3823-F9E1-C443-E7AA8205F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3EB735-EE25-1E9B-FA76-A33CF3833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7CAB-2519-9D45-AC77-E6F3C51790B5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008A0-EB4D-8D66-B1F7-3A165D11E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12CE34-C56B-0F5D-9CAD-D08154F12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5B1F-922B-F546-8EB0-BAB6D35142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327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A74ED-6D5A-9D68-9367-21BFBF11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216F3-BCB2-2FAB-A904-682D59C0E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7CAB-2519-9D45-AC77-E6F3C51790B5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733A9A-19B4-71FD-6E65-A2BDF5F4C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805AE-415B-9D80-FE4C-7223FDACF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5B1F-922B-F546-8EB0-BAB6D35142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8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2B3CD5-6908-F8F9-6863-DCE03683E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7CAB-2519-9D45-AC77-E6F3C51790B5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352623-6745-95C8-C4DB-23BE70E2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56F7B-3A4F-473E-35F6-684CD59C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5B1F-922B-F546-8EB0-BAB6D35142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43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A6865-0FC4-B153-D1EB-C0A6F9A4E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29B0B-BAF8-B497-ADBD-53F3A0A48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CCF84-B6CA-AB61-04FD-82BE8D6DE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DD023-E43F-F8DF-49A5-5FAB9A15A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7CAB-2519-9D45-AC77-E6F3C51790B5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F04F7-A5F6-853A-17C9-BAA32D9D2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5C9E8-FB79-EF46-5B9D-639C90A7B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5B1F-922B-F546-8EB0-BAB6D35142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593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238FD-9397-8620-7004-42C0603F3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CE6AB3-BC36-7812-B0E4-8C9F577057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9D98B-71E0-B5CE-F5A0-4021EE6E9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AE5A2-A6A0-8331-68D1-65A856407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7CAB-2519-9D45-AC77-E6F3C51790B5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9C938-890C-040E-EDA1-2951DAB2B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330CF-F443-683D-9436-28FF493DD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5B1F-922B-F546-8EB0-BAB6D35142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19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C778-575A-5516-5E20-FBAD409A5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62A504-3398-65ED-970D-F107DE4EE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EDA7A-84F3-2AA3-3B57-1D24054B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7CAB-2519-9D45-AC77-E6F3C51790B5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4F4EF-CE2B-7F22-2D48-7D888B638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A22DF-F53C-CFFA-1F64-3504F8FF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5B1F-922B-F546-8EB0-BAB6D35142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75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3D28E4-AE75-C252-6957-1AE4B7B103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96F17-6503-4DF6-840C-78F9BBCA6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46B42-20F6-793A-1FEA-6BD446FF2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7CAB-2519-9D45-AC77-E6F3C51790B5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10C8F-E009-13A0-49A7-60A21D36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6FAD0-A092-4123-395C-DAFFCADBA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5B1F-922B-F546-8EB0-BAB6D35142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70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C0D22-01D5-FF4D-FCEA-65DE84A78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7C7F0-85F2-E56A-2186-D24BE9436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E1EAA-549C-7867-9E3C-B8BF22BE8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E7CAB-2519-9D45-AC77-E6F3C51790B5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6616B-F4BC-3397-7D8C-CC869C87F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462C4-A2A3-177C-D2CE-716DE2805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85B1F-922B-F546-8EB0-BAB6D35142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7878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DE423-FA99-F7DC-3A3A-7956BA43EF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E4105-AD5A-E0CA-34A4-3B71049348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555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D63AC53-F654-AED9-3372-E6C9845FB92C}"/>
              </a:ext>
            </a:extLst>
          </p:cNvPr>
          <p:cNvGrpSpPr/>
          <p:nvPr/>
        </p:nvGrpSpPr>
        <p:grpSpPr>
          <a:xfrm>
            <a:off x="378658" y="1649742"/>
            <a:ext cx="11898406" cy="3558515"/>
            <a:chOff x="274393" y="627890"/>
            <a:chExt cx="11898406" cy="355851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DF4F807-B531-5CF5-B724-729D34D92D99}"/>
                </a:ext>
              </a:extLst>
            </p:cNvPr>
            <p:cNvSpPr txBox="1"/>
            <p:nvPr/>
          </p:nvSpPr>
          <p:spPr>
            <a:xfrm>
              <a:off x="274393" y="627890"/>
              <a:ext cx="11898406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000" i="1" dirty="0">
                  <a:solidFill>
                    <a:srgbClr val="4828E5"/>
                  </a:solidFill>
                  <a:latin typeface="+mj-lt"/>
                </a:rPr>
                <a:t>Intelligence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B60A418-BABA-69DB-4B89-EB2DC639B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95098" y="2350272"/>
              <a:ext cx="496953" cy="49695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0ABF516-78A2-19FC-A436-9EE7DC9C9C02}"/>
                </a:ext>
              </a:extLst>
            </p:cNvPr>
            <p:cNvSpPr txBox="1"/>
            <p:nvPr/>
          </p:nvSpPr>
          <p:spPr>
            <a:xfrm>
              <a:off x="274393" y="3232298"/>
              <a:ext cx="710162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latin typeface=""/>
                </a:rPr>
                <a:t> Practically applied, moving you forward with confidence</a:t>
              </a:r>
              <a:endParaRPr lang="en-GB" sz="2000" b="0" dirty="0">
                <a:effectLst/>
                <a:latin typeface=""/>
              </a:endParaRPr>
            </a:p>
            <a:p>
              <a:br>
                <a:rPr lang="en-GB" dirty="0"/>
              </a:br>
              <a:endParaRPr lang="en-GB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FC08C9C-0757-039D-EF15-8BD29755D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94" y="104266"/>
            <a:ext cx="1928185" cy="9606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4695B2-6881-9B5C-EAA4-EE211A67D33E}"/>
              </a:ext>
            </a:extLst>
          </p:cNvPr>
          <p:cNvSpPr txBox="1"/>
          <p:nvPr/>
        </p:nvSpPr>
        <p:spPr>
          <a:xfrm>
            <a:off x="6613690" y="430329"/>
            <a:ext cx="5284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Solutions – Customers – Approach – Core – Contact</a:t>
            </a:r>
          </a:p>
        </p:txBody>
      </p:sp>
    </p:spTree>
    <p:extLst>
      <p:ext uri="{BB962C8B-B14F-4D97-AF65-F5344CB8AC3E}">
        <p14:creationId xmlns:p14="http://schemas.microsoft.com/office/powerpoint/2010/main" val="2806087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3412C-B2E2-4E9C-F24B-C06FFFAD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215352F-0EE0-D40C-CB49-4977B20E199F}"/>
              </a:ext>
            </a:extLst>
          </p:cNvPr>
          <p:cNvGrpSpPr/>
          <p:nvPr/>
        </p:nvGrpSpPr>
        <p:grpSpPr>
          <a:xfrm>
            <a:off x="378658" y="1649742"/>
            <a:ext cx="11898406" cy="3558515"/>
            <a:chOff x="274393" y="627890"/>
            <a:chExt cx="11898406" cy="355851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CBBDC7D-123F-0AAF-D021-21AA6B81C8DE}"/>
                </a:ext>
              </a:extLst>
            </p:cNvPr>
            <p:cNvSpPr txBox="1"/>
            <p:nvPr/>
          </p:nvSpPr>
          <p:spPr>
            <a:xfrm>
              <a:off x="274393" y="627890"/>
              <a:ext cx="11898406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000" dirty="0">
                  <a:solidFill>
                    <a:srgbClr val="4828E5"/>
                  </a:solidFill>
                  <a:latin typeface="+mj-lt"/>
                </a:rPr>
                <a:t>Intelligence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F64B11D-226C-C412-66EA-A9AC983AC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95098" y="2350272"/>
              <a:ext cx="496953" cy="49695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B07681-0470-564C-F3E1-8157A7D0A3A6}"/>
                </a:ext>
              </a:extLst>
            </p:cNvPr>
            <p:cNvSpPr txBox="1"/>
            <p:nvPr/>
          </p:nvSpPr>
          <p:spPr>
            <a:xfrm>
              <a:off x="274393" y="3232298"/>
              <a:ext cx="710162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latin typeface=""/>
                </a:rPr>
                <a:t> Practically applied, moving you forward with confidence</a:t>
              </a:r>
              <a:endParaRPr lang="en-GB" sz="2000" b="0" dirty="0">
                <a:effectLst/>
                <a:latin typeface=""/>
              </a:endParaRPr>
            </a:p>
            <a:p>
              <a:br>
                <a:rPr lang="en-GB" dirty="0"/>
              </a:br>
              <a:endParaRPr lang="en-GB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AE63D341-E362-7F81-E203-92B529521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94" y="104266"/>
            <a:ext cx="1928185" cy="9606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C32C34-D7D8-7319-20BB-291BDE6C15FC}"/>
              </a:ext>
            </a:extLst>
          </p:cNvPr>
          <p:cNvSpPr txBox="1"/>
          <p:nvPr/>
        </p:nvSpPr>
        <p:spPr>
          <a:xfrm>
            <a:off x="6613690" y="430329"/>
            <a:ext cx="5284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Solutions – Customers – Approach – Core – Contact</a:t>
            </a:r>
          </a:p>
        </p:txBody>
      </p:sp>
    </p:spTree>
    <p:extLst>
      <p:ext uri="{BB962C8B-B14F-4D97-AF65-F5344CB8AC3E}">
        <p14:creationId xmlns:p14="http://schemas.microsoft.com/office/powerpoint/2010/main" val="305448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50F5B-1279-D981-50EE-E05F4560F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23F3F3A-3254-F0ED-3220-3C9538791D03}"/>
              </a:ext>
            </a:extLst>
          </p:cNvPr>
          <p:cNvGrpSpPr/>
          <p:nvPr/>
        </p:nvGrpSpPr>
        <p:grpSpPr>
          <a:xfrm>
            <a:off x="293594" y="1649743"/>
            <a:ext cx="11898406" cy="3558514"/>
            <a:chOff x="189329" y="627891"/>
            <a:chExt cx="11898406" cy="355851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08A4F90-5912-2ABC-4217-002ACCB8D12F}"/>
                </a:ext>
              </a:extLst>
            </p:cNvPr>
            <p:cNvSpPr txBox="1"/>
            <p:nvPr/>
          </p:nvSpPr>
          <p:spPr>
            <a:xfrm>
              <a:off x="189329" y="627891"/>
              <a:ext cx="11898406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000" b="1" dirty="0">
                  <a:latin typeface="+mj-lt"/>
                </a:rPr>
                <a:t>Intelligence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1BAACF8-4C2D-1DD6-01CF-63B1E21EA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97636" y="2407148"/>
              <a:ext cx="496953" cy="49695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1CD0C5-107E-CC72-FABF-DA60A40DC674}"/>
                </a:ext>
              </a:extLst>
            </p:cNvPr>
            <p:cNvSpPr txBox="1"/>
            <p:nvPr/>
          </p:nvSpPr>
          <p:spPr>
            <a:xfrm>
              <a:off x="274393" y="3232298"/>
              <a:ext cx="710162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latin typeface=""/>
                </a:rPr>
                <a:t> Practically applied, moving you forward with confidence</a:t>
              </a:r>
              <a:endParaRPr lang="en-GB" sz="2000" b="0" dirty="0">
                <a:effectLst/>
                <a:latin typeface=""/>
              </a:endParaRPr>
            </a:p>
            <a:p>
              <a:br>
                <a:rPr lang="en-GB" dirty="0"/>
              </a:br>
              <a:endParaRPr lang="en-GB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DD02E85-B5C5-CFE9-7E34-CA5910C07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94" y="104266"/>
            <a:ext cx="1928185" cy="9606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61B0E9-02D3-9603-EE9E-CFE57B1CE33A}"/>
              </a:ext>
            </a:extLst>
          </p:cNvPr>
          <p:cNvSpPr txBox="1"/>
          <p:nvPr/>
        </p:nvSpPr>
        <p:spPr>
          <a:xfrm>
            <a:off x="6613690" y="430329"/>
            <a:ext cx="5284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Solutions – Customers – Approach – Core – Contact</a:t>
            </a:r>
          </a:p>
        </p:txBody>
      </p:sp>
    </p:spTree>
    <p:extLst>
      <p:ext uri="{BB962C8B-B14F-4D97-AF65-F5344CB8AC3E}">
        <p14:creationId xmlns:p14="http://schemas.microsoft.com/office/powerpoint/2010/main" val="78766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0D5EF-0340-3D64-7FBF-1DE6E98F6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07EF9-2769-54CE-130D-0475D97E9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254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60</Words>
  <Application>Microsoft Macintosh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 Smith</dc:creator>
  <cp:lastModifiedBy>Cal Smith</cp:lastModifiedBy>
  <cp:revision>1</cp:revision>
  <dcterms:created xsi:type="dcterms:W3CDTF">2026-07-28T08:19:00Z</dcterms:created>
  <dcterms:modified xsi:type="dcterms:W3CDTF">2026-07-28T08:52:16Z</dcterms:modified>
</cp:coreProperties>
</file>